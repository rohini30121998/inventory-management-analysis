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0F606-F69B-45EC-AEF8-F2B1BE934335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1EE3B-D86D-43F7-85E5-0F71FA63D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1EE3B-D86D-43F7-85E5-0F71FA63DF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46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56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02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55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42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53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29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691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53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2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8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63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63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52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86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46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694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3410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0243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9640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6818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841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257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3697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515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6409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613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51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54D64DA6-91BE-485F-9BCE-2865284DE4C0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D1BBB863-9169-4A15-B159-2E2962955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08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inventory%20tif%20warehouse%20tiff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hapingyouth.org/do-those-take-action-causes-and-autofill-forms-really-work/" TargetMode="External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-nd/3.0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inventory%20tif%20warehouse%20tiff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7A7E16D-D36A-B6EC-9AC6-3501AC2BB71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903" b="7903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5620F4-4836-163D-491C-7141761F60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Inventory management &amp; control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9A98C-B11F-DE93-9D56-DC4427CDD3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</a:t>
            </a:r>
          </a:p>
          <a:p>
            <a:r>
              <a:rPr lang="en-US" dirty="0"/>
              <a:t>Rohini</a:t>
            </a:r>
          </a:p>
        </p:txBody>
      </p:sp>
    </p:spTree>
    <p:extLst>
      <p:ext uri="{BB962C8B-B14F-4D97-AF65-F5344CB8AC3E}">
        <p14:creationId xmlns:p14="http://schemas.microsoft.com/office/powerpoint/2010/main" val="2334153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1780-9B4C-B995-E597-F08859CF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74A69-4EF0-63F3-384E-49B3776EA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this inventory is currently facing a problem about limitation in the warehouse and its expensive.</a:t>
            </a:r>
          </a:p>
          <a:p>
            <a:r>
              <a:rPr lang="en-US" sz="1800" dirty="0"/>
              <a:t>They increase in storage costs and insurance.</a:t>
            </a:r>
          </a:p>
          <a:p>
            <a:r>
              <a:rPr lang="en-US" sz="1800" dirty="0"/>
              <a:t>Inventories are classified as fast moving, slow moving, non-moving products.</a:t>
            </a:r>
          </a:p>
          <a:p>
            <a:r>
              <a:rPr lang="en-US" sz="1800" dirty="0"/>
              <a:t>To improve inventory efficiency and supply chain management.</a:t>
            </a:r>
          </a:p>
          <a:p>
            <a:r>
              <a:rPr lang="en-US" sz="1800" dirty="0"/>
              <a:t>Which categories are selling quickly, which are remaining unsold and overstocked, what are the categories are facing frequent shortages are the queries we need to be clearly explained.</a:t>
            </a:r>
          </a:p>
        </p:txBody>
      </p:sp>
    </p:spTree>
    <p:extLst>
      <p:ext uri="{BB962C8B-B14F-4D97-AF65-F5344CB8AC3E}">
        <p14:creationId xmlns:p14="http://schemas.microsoft.com/office/powerpoint/2010/main" val="1116037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99B8-A269-864C-6D81-35922ACBC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F26EC-F44F-FD25-F441-A3C11C642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5" y="1532976"/>
            <a:ext cx="10981137" cy="4198867"/>
          </a:xfrm>
        </p:spPr>
        <p:txBody>
          <a:bodyPr>
            <a:normAutofit/>
          </a:bodyPr>
          <a:lstStyle/>
          <a:p>
            <a:r>
              <a:rPr lang="en-US" sz="1800" dirty="0"/>
              <a:t>Here the explanations are described into 3 </a:t>
            </a:r>
            <a:r>
              <a:rPr lang="en-US" sz="1800" dirty="0" err="1"/>
              <a:t>analystics</a:t>
            </a:r>
            <a:endParaRPr lang="en-US" sz="1800" dirty="0"/>
          </a:p>
          <a:p>
            <a:endParaRPr lang="en-US" sz="1800" dirty="0"/>
          </a:p>
          <a:p>
            <a:r>
              <a:rPr lang="en-US" sz="2400" dirty="0"/>
              <a:t>Inventory analysis</a:t>
            </a:r>
          </a:p>
          <a:p>
            <a:r>
              <a:rPr lang="en-US" sz="2400" dirty="0"/>
              <a:t>Stock movement analysis</a:t>
            </a:r>
          </a:p>
          <a:p>
            <a:r>
              <a:rPr lang="en-US" sz="2400" dirty="0"/>
              <a:t>Sales analysis,</a:t>
            </a:r>
          </a:p>
          <a:p>
            <a:r>
              <a:rPr lang="en-US" sz="2400" dirty="0"/>
              <a:t>Alerts/ actions.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6492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5E285-2A9C-19EE-B210-075A786D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536142" y="2590426"/>
            <a:ext cx="5905357" cy="2494309"/>
          </a:xfrm>
        </p:spPr>
        <p:txBody>
          <a:bodyPr>
            <a:normAutofit/>
          </a:bodyPr>
          <a:lstStyle/>
          <a:p>
            <a:r>
              <a:rPr lang="en-US" sz="7200" dirty="0"/>
              <a:t>inventory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65B66-B0B6-02C8-C4D1-9B6EB3E4B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359742"/>
            <a:ext cx="6096001" cy="3850558"/>
          </a:xfrm>
        </p:spPr>
        <p:txBody>
          <a:bodyPr>
            <a:normAutofit/>
          </a:bodyPr>
          <a:lstStyle/>
          <a:p>
            <a:r>
              <a:rPr lang="en-US" sz="2400" dirty="0"/>
              <a:t>This analysis is for what are the essentials we need to be monitored.</a:t>
            </a:r>
          </a:p>
          <a:p>
            <a:r>
              <a:rPr lang="en-US" sz="2400" dirty="0"/>
              <a:t>Category wise current stock and safety stock.</a:t>
            </a:r>
          </a:p>
          <a:p>
            <a:r>
              <a:rPr lang="en-US" sz="2400" dirty="0"/>
              <a:t>Month wise holding cost.</a:t>
            </a:r>
          </a:p>
          <a:p>
            <a:r>
              <a:rPr lang="en-US" sz="2400" dirty="0"/>
              <a:t>These should be looked after every months to move forward for the next step.</a:t>
            </a:r>
          </a:p>
        </p:txBody>
      </p:sp>
    </p:spTree>
    <p:extLst>
      <p:ext uri="{BB962C8B-B14F-4D97-AF65-F5344CB8AC3E}">
        <p14:creationId xmlns:p14="http://schemas.microsoft.com/office/powerpoint/2010/main" val="20537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86EE-49C4-2E11-8C29-CDCC9793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Stock movement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854F6-45F5-2843-BD3B-43E7BC9D3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212258"/>
            <a:ext cx="6096001" cy="3998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This analysis is also important from avoiding overstocking and understocking.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Category wise stockouts for replenishment decisions.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Replenishment cycles is about how? By calculating lead time days and daily demand.</a:t>
            </a:r>
          </a:p>
        </p:txBody>
      </p:sp>
    </p:spTree>
    <p:extLst>
      <p:ext uri="{BB962C8B-B14F-4D97-AF65-F5344CB8AC3E}">
        <p14:creationId xmlns:p14="http://schemas.microsoft.com/office/powerpoint/2010/main" val="2596946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CD1F2-D98D-9A7D-5963-E88E5C699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Sales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E1CB3-BBEF-2605-E6E3-C506DE771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251587"/>
            <a:ext cx="6096001" cy="4109884"/>
          </a:xfrm>
        </p:spPr>
        <p:txBody>
          <a:bodyPr>
            <a:normAutofit/>
          </a:bodyPr>
          <a:lstStyle/>
          <a:p>
            <a:r>
              <a:rPr lang="en-US" sz="2400" dirty="0"/>
              <a:t>The main problem of the inventory is in sales and what are the demand.</a:t>
            </a:r>
          </a:p>
          <a:p>
            <a:r>
              <a:rPr lang="en-US" sz="2400" dirty="0"/>
              <a:t>Compare the lost sales value with forecasted demand for next upcoming days.</a:t>
            </a:r>
          </a:p>
          <a:p>
            <a:r>
              <a:rPr lang="en-US" sz="2400" dirty="0"/>
              <a:t>Monitor the service level like comparing month wise order fulfillment.</a:t>
            </a:r>
          </a:p>
          <a:p>
            <a:r>
              <a:rPr lang="en-US" sz="2400" dirty="0"/>
              <a:t>These steps can prevent inventories to get overstocked in the warehouse.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1677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9A540-4DE3-1666-F709-835C5180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7930892" cy="1409946"/>
          </a:xfrm>
        </p:spPr>
        <p:txBody>
          <a:bodyPr>
            <a:normAutofit/>
          </a:bodyPr>
          <a:lstStyle/>
          <a:p>
            <a:r>
              <a:rPr lang="en-US" sz="7200" dirty="0"/>
              <a:t>Integrated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6B3E7-8E7D-15BB-339E-C11AEE4A1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342" y="3415504"/>
            <a:ext cx="6903528" cy="3442496"/>
          </a:xfrm>
        </p:spPr>
        <p:txBody>
          <a:bodyPr>
            <a:normAutofit/>
          </a:bodyPr>
          <a:lstStyle/>
          <a:p>
            <a:r>
              <a:rPr lang="en-US" sz="2400" dirty="0"/>
              <a:t>Another integrated view is creating alerts for overstocking and shortages.</a:t>
            </a:r>
          </a:p>
          <a:p>
            <a:r>
              <a:rPr lang="en-US" sz="2400" dirty="0"/>
              <a:t>This can be done by comparing total orders last month with demand and forecasted demand with current stock.</a:t>
            </a:r>
          </a:p>
          <a:p>
            <a:r>
              <a:rPr lang="en-US" sz="2400" dirty="0"/>
              <a:t>If it is in overstocked range, inventories can be returned or sold for discounts and if it is in understock range, this can be replenished as soon as possible.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47C2799-2DD2-1FF7-9987-02931A73EA8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07" r="207"/>
          <a:stretch>
            <a:fillRect/>
          </a:stretch>
        </p:blipFill>
        <p:spPr/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6C6B5E-5D06-97E3-811E-ED2CA0BA5E57}"/>
              </a:ext>
            </a:extLst>
          </p:cNvPr>
          <p:cNvSpPr txBox="1"/>
          <p:nvPr/>
        </p:nvSpPr>
        <p:spPr>
          <a:xfrm>
            <a:off x="8763000" y="6858000"/>
            <a:ext cx="3429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shapingyouth.org/do-those-take-action-causes-and-autofill-forms-really-work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nd/3.0/"/>
              </a:rPr>
              <a:t>CC BY-NC-ND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087185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BC518CEC-CE62-6868-FD43-16CAD1663CF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222" r="27222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ACE6DDB-EE4D-C35C-BF03-F2A29977F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0"/>
            <a:ext cx="7391400" cy="701843"/>
          </a:xfrm>
        </p:spPr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36B44-AD6F-E131-C4A8-047B1DD65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7969" y="701843"/>
            <a:ext cx="7929006" cy="545431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Daily demand is consistently high across categories, with automotive leading (16,757 </a:t>
            </a:r>
            <a:r>
              <a:rPr lang="en-US" sz="2400" dirty="0" err="1"/>
              <a:t>unts</a:t>
            </a:r>
            <a:r>
              <a:rPr lang="en-US" sz="2400" dirty="0"/>
              <a:t>/day). In stock movement.</a:t>
            </a:r>
          </a:p>
          <a:p>
            <a:r>
              <a:rPr lang="en-US" sz="2400" dirty="0"/>
              <a:t>In inventory, safety stock ---all categories—low--- while total stock level----high in units. Apparel has the lowest </a:t>
            </a:r>
            <a:r>
              <a:rPr lang="en-US" sz="2400" dirty="0" err="1"/>
              <a:t>sstk</a:t>
            </a:r>
            <a:r>
              <a:rPr lang="en-US" sz="2400" dirty="0"/>
              <a:t> ----indicating higher risk.</a:t>
            </a:r>
          </a:p>
          <a:p>
            <a:r>
              <a:rPr lang="en-US" sz="2400" dirty="0"/>
              <a:t>Automotive shows the highest lost sales value ----denoting fulfillment issues. </a:t>
            </a:r>
          </a:p>
          <a:p>
            <a:r>
              <a:rPr lang="en-US" sz="2400" dirty="0"/>
              <a:t>Overstocking warning is indicated by stock levels(828,463) are higher than forecasted demand (486,000) app. So , no low stock.</a:t>
            </a:r>
          </a:p>
          <a:p>
            <a:r>
              <a:rPr lang="en-US" sz="2400" dirty="0"/>
              <a:t>Average layout efficiency is 60% (moderate).</a:t>
            </a:r>
          </a:p>
          <a:p>
            <a:r>
              <a:rPr lang="en-US" sz="2400" dirty="0"/>
              <a:t>Service levels vary, fulfillment rates are in not good.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87005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FD809-0055-6075-699A-B63CF110A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986" y="265728"/>
            <a:ext cx="10981137" cy="657229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8B9F8-9B2A-B7A4-CAF5-7C840E660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796412"/>
            <a:ext cx="10981137" cy="5138631"/>
          </a:xfrm>
        </p:spPr>
        <p:txBody>
          <a:bodyPr>
            <a:normAutofit/>
          </a:bodyPr>
          <a:lstStyle/>
          <a:p>
            <a:r>
              <a:rPr lang="en-US" sz="2400" b="1" dirty="0"/>
              <a:t>Balance Inventory</a:t>
            </a:r>
            <a:endParaRPr lang="en-US" sz="2400" dirty="0"/>
          </a:p>
          <a:p>
            <a:pPr lvl="1"/>
            <a:r>
              <a:rPr lang="en-US" sz="2400" dirty="0"/>
              <a:t>Overstocking is evident: stock levels exceed forecasted demand by ~70%.</a:t>
            </a:r>
          </a:p>
          <a:p>
            <a:pPr lvl="1"/>
            <a:r>
              <a:rPr lang="en-US" sz="2400" dirty="0"/>
              <a:t>Implement </a:t>
            </a:r>
            <a:r>
              <a:rPr lang="en-US" sz="2400" b="1" dirty="0"/>
              <a:t>dynamic reorder policies</a:t>
            </a:r>
            <a:r>
              <a:rPr lang="en-US" sz="2400" dirty="0"/>
              <a:t> to align stock with demand forecasts.</a:t>
            </a:r>
          </a:p>
          <a:p>
            <a:r>
              <a:rPr lang="en-US" sz="2400" b="1" dirty="0"/>
              <a:t>Reduce Stockouts</a:t>
            </a:r>
            <a:endParaRPr lang="en-US" sz="2400" dirty="0"/>
          </a:p>
          <a:p>
            <a:pPr lvl="1"/>
            <a:r>
              <a:rPr lang="en-US" sz="2400" dirty="0"/>
              <a:t>Automotive face the highest stockouts.</a:t>
            </a:r>
          </a:p>
          <a:p>
            <a:pPr lvl="1"/>
            <a:r>
              <a:rPr lang="en-US" sz="2400" dirty="0"/>
              <a:t>Increase </a:t>
            </a:r>
            <a:r>
              <a:rPr lang="en-US" sz="2400" b="1" dirty="0"/>
              <a:t>safety stock</a:t>
            </a:r>
            <a:r>
              <a:rPr lang="en-US" sz="2400" dirty="0"/>
              <a:t> for these categories, especially during peak demand months</a:t>
            </a:r>
            <a:r>
              <a:rPr lang="en-US" sz="2000" dirty="0"/>
              <a:t>.</a:t>
            </a:r>
          </a:p>
          <a:p>
            <a:r>
              <a:rPr lang="en-US" sz="2400" b="1" dirty="0"/>
              <a:t>Improve Fulfillment Rates</a:t>
            </a:r>
            <a:endParaRPr lang="en-US" sz="2400" dirty="0"/>
          </a:p>
          <a:p>
            <a:pPr lvl="1"/>
            <a:r>
              <a:rPr lang="en-US" sz="2400" dirty="0"/>
              <a:t>Lost sales value is high due to unmet demand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5465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31284-AF4E-4D83-B434-6C9374EA7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986" y="265728"/>
            <a:ext cx="10981137" cy="363537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963ED-6156-00D3-E167-E8F92C78B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471948"/>
            <a:ext cx="10981137" cy="5463095"/>
          </a:xfrm>
        </p:spPr>
        <p:txBody>
          <a:bodyPr/>
          <a:lstStyle/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400" dirty="0"/>
              <a:t>Enhance </a:t>
            </a:r>
            <a:r>
              <a:rPr lang="en-US" sz="2400" b="1" dirty="0"/>
              <a:t>supplier reliability</a:t>
            </a:r>
            <a:r>
              <a:rPr lang="en-US" sz="2400" dirty="0"/>
              <a:t> and shorten </a:t>
            </a:r>
            <a:r>
              <a:rPr lang="en-US" sz="2400" b="1" dirty="0"/>
              <a:t>lead times</a:t>
            </a:r>
            <a:r>
              <a:rPr lang="en-US" sz="2400" dirty="0"/>
              <a:t> to improve order fulfillment.</a:t>
            </a:r>
          </a:p>
          <a:p>
            <a:r>
              <a:rPr lang="en-US" sz="2400" b="1" dirty="0"/>
              <a:t>Optimize Costs</a:t>
            </a:r>
            <a:endParaRPr lang="en-US" sz="2400" dirty="0"/>
          </a:p>
          <a:p>
            <a:pPr lvl="1"/>
            <a:r>
              <a:rPr lang="en-US" sz="2400" dirty="0"/>
              <a:t>Holding costs are rising in Q1–Q2.</a:t>
            </a:r>
          </a:p>
          <a:p>
            <a:pPr lvl="1"/>
            <a:r>
              <a:rPr lang="en-US" sz="2400" dirty="0"/>
              <a:t>Apply </a:t>
            </a:r>
            <a:r>
              <a:rPr lang="en-US" sz="2400" b="1" dirty="0"/>
              <a:t>ABC analysis</a:t>
            </a:r>
            <a:r>
              <a:rPr lang="en-US" sz="2400" dirty="0"/>
              <a:t> to prioritize high-value items and reduce excess holding.</a:t>
            </a:r>
          </a:p>
          <a:p>
            <a:r>
              <a:rPr lang="en-US" sz="2400" b="1" dirty="0"/>
              <a:t>Warehouse Efficiency</a:t>
            </a:r>
            <a:endParaRPr lang="en-US" sz="2400" dirty="0"/>
          </a:p>
          <a:p>
            <a:pPr lvl="1"/>
            <a:r>
              <a:rPr lang="en-US" sz="2400" dirty="0"/>
              <a:t>Layout efficiency score (0.60) suggests room for improvement.</a:t>
            </a:r>
          </a:p>
          <a:p>
            <a:pPr lvl="1"/>
            <a:r>
              <a:rPr lang="en-US" sz="2400" dirty="0"/>
              <a:t>Reorganize warehouse layout and adopt </a:t>
            </a:r>
            <a:r>
              <a:rPr lang="en-US" sz="2400" b="1" dirty="0"/>
              <a:t>automation tools</a:t>
            </a:r>
            <a:r>
              <a:rPr lang="en-US" sz="2400" dirty="0"/>
              <a:t> for faster picking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4062951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341</TotalTime>
  <Words>545</Words>
  <Application>Microsoft Office PowerPoint</Application>
  <PresentationFormat>Widescreen</PresentationFormat>
  <Paragraphs>63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Oswald SemiBold</vt:lpstr>
      <vt:lpstr>Univers Condensed Light</vt:lpstr>
      <vt:lpstr>Orange Experience</vt:lpstr>
      <vt:lpstr>Inventory management &amp; control</vt:lpstr>
      <vt:lpstr>Problem statement</vt:lpstr>
      <vt:lpstr>Solution</vt:lpstr>
      <vt:lpstr>inventory analysis</vt:lpstr>
      <vt:lpstr>Stock movement</vt:lpstr>
      <vt:lpstr>Sales analysis</vt:lpstr>
      <vt:lpstr>Integrated view</vt:lpstr>
      <vt:lpstr>solutions</vt:lpstr>
      <vt:lpstr>conclusion</vt:lpstr>
      <vt:lpstr>Continue…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rohini pearls</dc:creator>
  <cp:lastModifiedBy>rohini pearls</cp:lastModifiedBy>
  <cp:revision>3</cp:revision>
  <dcterms:created xsi:type="dcterms:W3CDTF">2026-07-23T07:36:42Z</dcterms:created>
  <dcterms:modified xsi:type="dcterms:W3CDTF">2026-07-25T07:59:58Z</dcterms:modified>
</cp:coreProperties>
</file>